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BA61D-F5CB-48D1-A964-EC5F1D0F9815}" v="1" dt="2025-12-29T12:48:16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tanu Mohan" userId="cf67b85aae267cee" providerId="LiveId" clId="{37CAE818-E9D0-41E4-BCE4-363500014B03}"/>
    <pc:docChg chg="modSld">
      <pc:chgData name="Shantanu Mohan" userId="cf67b85aae267cee" providerId="LiveId" clId="{37CAE818-E9D0-41E4-BCE4-363500014B03}" dt="2025-12-29T12:48:16.513" v="0"/>
      <pc:docMkLst>
        <pc:docMk/>
      </pc:docMkLst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56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57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58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59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60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61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62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63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64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65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0" sldId="266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6"/>
            <ac:spMk id="2" creationId="{00000000-0000-0000-0000-000000000000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2146399351" sldId="267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2146399351" sldId="267"/>
            <ac:spMk id="2" creationId="{9618D8A6-44B2-0395-F360-9B42CAFE3C99}"/>
          </ac:spMkLst>
        </pc:spChg>
        <pc:spChg chg="mod">
          <ac:chgData name="Shantanu Mohan" userId="cf67b85aae267cee" providerId="LiveId" clId="{37CAE818-E9D0-41E4-BCE4-363500014B03}" dt="2025-12-29T12:48:16.513" v="0"/>
          <ac:spMkLst>
            <pc:docMk/>
            <pc:sldMk cId="2146399351" sldId="267"/>
            <ac:spMk id="3" creationId="{48FFB501-4BA8-98FA-F7D4-E6ADD3019A8F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4052753075" sldId="268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4052753075" sldId="268"/>
            <ac:spMk id="2" creationId="{864A0A12-9CAC-F76E-2612-DB3E12936A78}"/>
          </ac:spMkLst>
        </pc:spChg>
      </pc:sldChg>
      <pc:sldChg chg="modSp">
        <pc:chgData name="Shantanu Mohan" userId="cf67b85aae267cee" providerId="LiveId" clId="{37CAE818-E9D0-41E4-BCE4-363500014B03}" dt="2025-12-29T12:48:16.513" v="0"/>
        <pc:sldMkLst>
          <pc:docMk/>
          <pc:sldMk cId="1682060690" sldId="269"/>
        </pc:sldMkLst>
        <pc:spChg chg="mod">
          <ac:chgData name="Shantanu Mohan" userId="cf67b85aae267cee" providerId="LiveId" clId="{37CAE818-E9D0-41E4-BCE4-363500014B03}" dt="2025-12-29T12:48:16.513" v="0"/>
          <ac:spMkLst>
            <pc:docMk/>
            <pc:sldMk cId="1682060690" sldId="269"/>
            <ac:spMk id="2" creationId="{8FD4CDDA-A3DC-CC63-5655-56B0FD41AE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6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22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3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0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9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4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7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1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8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7206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10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946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87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9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6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6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MOSFETs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Basics and Fundamental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MOSFET?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MOSFET stands for Metal-Oxide-Semiconductor Field Effect Transistor</a:t>
            </a:r>
          </a:p>
          <a:p>
            <a:pPr lvl="1"/>
            <a:r>
              <a:rPr dirty="0"/>
              <a:t>A voltage-controlled semiconductor device</a:t>
            </a:r>
          </a:p>
          <a:p>
            <a:pPr lvl="1"/>
            <a:r>
              <a:rPr dirty="0"/>
              <a:t>Widely used in analog and digital electronics</a:t>
            </a:r>
          </a:p>
          <a:p>
            <a:pPr lvl="1"/>
            <a:r>
              <a:rPr dirty="0"/>
              <a:t>Used for switching and amplification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MOSFETs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         (</a:t>
            </a:r>
            <a:r>
              <a:rPr sz="2800" dirty="0"/>
              <a:t>High input impedance</a:t>
            </a:r>
            <a:r>
              <a:rPr lang="en-US" sz="2800" dirty="0"/>
              <a:t>)</a:t>
            </a:r>
            <a:endParaRPr sz="2800" dirty="0"/>
          </a:p>
          <a:p>
            <a:pPr lvl="1"/>
            <a:r>
              <a:rPr lang="en-IN" dirty="0"/>
              <a:t>Low power consumption</a:t>
            </a:r>
          </a:p>
          <a:p>
            <a:pPr lvl="1"/>
            <a:r>
              <a:rPr dirty="0"/>
              <a:t>High switching speed</a:t>
            </a:r>
          </a:p>
          <a:p>
            <a:pPr lvl="1"/>
            <a:r>
              <a:rPr dirty="0"/>
              <a:t>Small size and high integration (ICs)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Structure of MOSFET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terminals: Gate, Drain, Source</a:t>
            </a:r>
          </a:p>
          <a:p>
            <a:pPr lvl="1"/>
            <a:r>
              <a:t>Fourth terminal: Body (substrate)</a:t>
            </a:r>
          </a:p>
          <a:p>
            <a:pPr lvl="1"/>
            <a:r>
              <a:t>Thin oxide layer separates gate from channel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146F6F-756E-5AC3-732D-26EBFAF53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9000"/>
            <a:ext cx="6553200" cy="308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MOSFETs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Based on channel type: NMOS and PMOS</a:t>
            </a:r>
            <a:endParaRPr lang="en-US" dirty="0"/>
          </a:p>
          <a:p>
            <a:r>
              <a:rPr dirty="0"/>
              <a:t>Based on operation: Enhancement type and Depletion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NMOS vs PMOS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NMOS: Electrons are charge carriers</a:t>
            </a:r>
            <a:endParaRPr lang="en-US" dirty="0"/>
          </a:p>
          <a:p>
            <a:r>
              <a:rPr dirty="0"/>
              <a:t>PMOS: Holes are charge carriers</a:t>
            </a:r>
          </a:p>
          <a:p>
            <a:pPr lvl="1"/>
            <a:r>
              <a:rPr dirty="0"/>
              <a:t>NMOS is faster than PMOS</a:t>
            </a:r>
          </a:p>
          <a:p>
            <a:pPr lvl="1"/>
            <a:r>
              <a:rPr dirty="0"/>
              <a:t>PMOS requires negative gate voltage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 of MOSFET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Gate voltage controls current flow</a:t>
            </a:r>
          </a:p>
          <a:p>
            <a:pPr lvl="1"/>
            <a:r>
              <a:t>No direct current flows into the gate</a:t>
            </a:r>
          </a:p>
          <a:p>
            <a:pPr lvl="1"/>
            <a:r>
              <a:t>Channel forms when VGS exceeds threshold voltage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Regions of MOSFET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Cut-off region: MOSFET is OFF</a:t>
            </a:r>
            <a:endParaRPr lang="en-US" dirty="0"/>
          </a:p>
          <a:p>
            <a:r>
              <a:rPr dirty="0"/>
              <a:t>Triode (Linear) region: Acts as a resistor</a:t>
            </a:r>
            <a:endParaRPr lang="en-US" dirty="0"/>
          </a:p>
          <a:p>
            <a:r>
              <a:rPr dirty="0"/>
              <a:t>Saturation region: Acts as a current 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D8A6-44B2-0395-F360-9B42CAFE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B501-4BA8-98FA-F7D4-E6ADD3019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37469-28A2-3FF9-F1F3-745BB22A2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3032"/>
            <a:ext cx="3814916" cy="1698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ED424-44E8-5B50-9F62-A101C8199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1705"/>
            <a:ext cx="4906297" cy="362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99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0A12-9CAC-F76E-2612-DB3E1293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Formulation:-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0777E-E05A-1DB6-E67F-70F47342F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387" y="1497515"/>
            <a:ext cx="5442155" cy="253060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31211A-6501-4472-54BD-8BE602088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25557"/>
            <a:ext cx="7286062" cy="1143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09684A-D377-7C84-B2B2-DC8EB8A7F022}"/>
              </a:ext>
            </a:extLst>
          </p:cNvPr>
          <p:cNvSpPr txBox="1"/>
          <p:nvPr/>
        </p:nvSpPr>
        <p:spPr>
          <a:xfrm>
            <a:off x="825910" y="5889523"/>
            <a:ext cx="545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(Actual expression for drain current in saturation region)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753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CDDA-A3DC-CC63-5655-56B0FD41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parameters:-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A296CF-F170-F29E-AEBD-E54D1EC49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36174"/>
            <a:ext cx="4528866" cy="4525963"/>
          </a:xfrm>
        </p:spPr>
      </p:pic>
    </p:spTree>
    <p:extLst>
      <p:ext uri="{BB962C8B-B14F-4D97-AF65-F5344CB8AC3E}">
        <p14:creationId xmlns:p14="http://schemas.microsoft.com/office/powerpoint/2010/main" val="1682060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Threshold Voltage (VTH)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gate-source voltage required to turn ON MOSFET</a:t>
            </a:r>
          </a:p>
          <a:p>
            <a:pPr lvl="1"/>
            <a:r>
              <a:t>Depends on device fabrication and material</a:t>
            </a:r>
          </a:p>
          <a:p>
            <a:pPr lvl="1"/>
            <a:r>
              <a:t>Key parameter in MOSFET operation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Advantages: High efficiency, fast switching, compact size</a:t>
            </a:r>
            <a:endParaRPr lang="en-US" dirty="0"/>
          </a:p>
          <a:p>
            <a:r>
              <a:rPr dirty="0"/>
              <a:t>Disadvantages: Sensitive to static charge, oxide breakdown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MOSFETs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ICs (processors, memory)</a:t>
            </a:r>
          </a:p>
          <a:p>
            <a:pPr lvl="1"/>
            <a:r>
              <a:t>Power electronics</a:t>
            </a:r>
          </a:p>
          <a:p>
            <a:pPr lvl="1"/>
            <a:r>
              <a:t>Amplifiers</a:t>
            </a:r>
          </a:p>
          <a:p>
            <a:pPr lvl="1"/>
            <a:r>
              <a:t>Switching circuits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170</TotalTime>
  <Words>259</Words>
  <Application>Microsoft Office PowerPoint</Application>
  <PresentationFormat>On-screen Show (4:3)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Introduction to MOSFETs</vt:lpstr>
      <vt:lpstr>What is a MOSFET?</vt:lpstr>
      <vt:lpstr>Why MOSFETs are Important</vt:lpstr>
      <vt:lpstr>Basic Structure of MOSFET</vt:lpstr>
      <vt:lpstr>Types of MOSFETs</vt:lpstr>
      <vt:lpstr>NMOS vs PMOS</vt:lpstr>
      <vt:lpstr>Working Principle of MOSFET</vt:lpstr>
      <vt:lpstr>Operating Regions of MOSFET</vt:lpstr>
      <vt:lpstr>Formulation:-</vt:lpstr>
      <vt:lpstr>Formulation:-</vt:lpstr>
      <vt:lpstr>Other parameters:-</vt:lpstr>
      <vt:lpstr>Threshold Voltage (VTH)</vt:lpstr>
      <vt:lpstr>Advantages and Disadvantages</vt:lpstr>
      <vt:lpstr>Applications of MOSFETs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Shantanu</dc:creator>
  <cp:keywords/>
  <dc:description>generated using python-pptx</dc:description>
  <cp:lastModifiedBy>Shantanu Mohan</cp:lastModifiedBy>
  <cp:revision>2</cp:revision>
  <dcterms:created xsi:type="dcterms:W3CDTF">2013-01-27T09:14:16Z</dcterms:created>
  <dcterms:modified xsi:type="dcterms:W3CDTF">2025-12-29T12:48:27Z</dcterms:modified>
  <cp:category/>
</cp:coreProperties>
</file>